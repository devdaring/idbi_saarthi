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 l="0" r="0" t="0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Brief about the idea</a:t>
            </a:r>
            <a:endParaRPr b="1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Opportunities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different is it from any of the other existing ideas?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will it be able to solve the problem?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USP of the proposed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Provide links to your: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GitHub Public Repository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Demo Video Link (3 Minutes)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Final Product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