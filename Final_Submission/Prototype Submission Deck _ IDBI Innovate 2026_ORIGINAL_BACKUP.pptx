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GoogleSans-bold.fntdata"/><Relationship Id="rId10" Type="http://schemas.openxmlformats.org/officeDocument/2006/relationships/slide" Target="slides/slide6.xml"/><Relationship Id="rId21" Type="http://schemas.openxmlformats.org/officeDocument/2006/relationships/font" Target="fonts/GoogleSans-regular.fntdata"/><Relationship Id="rId13" Type="http://schemas.openxmlformats.org/officeDocument/2006/relationships/slide" Target="slides/slide9.xml"/><Relationship Id="rId24" Type="http://schemas.openxmlformats.org/officeDocument/2006/relationships/font" Target="fonts/GoogleSans-boldItalic.fntdata"/><Relationship Id="rId12" Type="http://schemas.openxmlformats.org/officeDocument/2006/relationships/slide" Target="slides/slide8.xml"/><Relationship Id="rId23" Type="http://schemas.openxmlformats.org/officeDocument/2006/relationships/font" Target="fonts/Google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00c6239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00c623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f7cbdb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5f7cbdb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0c6239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d00c6239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00c623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d00c623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 l="0" r="0" t="0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Brief about the idea</a:t>
            </a:r>
            <a:endParaRPr b="1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Opportunities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different is it from any of the other existing ideas?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will it be able to solve the problem?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USP of the proposed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List of features offered by the solution</a:t>
            </a:r>
            <a:endParaRPr b="1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Process flow diagram or Use-case diagram</a:t>
            </a:r>
            <a:endParaRPr b="1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Wireframes/Mock diagrams of the proposed solution (optional)</a:t>
            </a:r>
            <a:endParaRPr b="1"/>
          </a:p>
        </p:txBody>
      </p:sp>
      <p:pic>
        <p:nvPicPr>
          <p:cNvPr id="89" name="Google Shape;89;p18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Architecture diagram of the proposed solution</a:t>
            </a:r>
            <a:endParaRPr b="1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Prototype Performance report/Benchmarking</a:t>
            </a:r>
            <a:endParaRPr b="1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Additional Details</a:t>
            </a:r>
            <a:r>
              <a:rPr b="1" lang="en-GB"/>
              <a:t>/Future Development (</a:t>
            </a:r>
            <a:r>
              <a:rPr b="1" lang="en-GB"/>
              <a:t>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Improvements done during the 2nd P</a:t>
            </a: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rototype</a:t>
            </a: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phase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Provide links to your: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GitHub Public Repository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Demo Video Link (3 Minutes)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Final Product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 title="IDBI banner deck 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